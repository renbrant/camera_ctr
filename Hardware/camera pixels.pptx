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52" autoAdjust="0"/>
    <p:restoredTop sz="94660"/>
  </p:normalViewPr>
  <p:slideViewPr>
    <p:cSldViewPr>
      <p:cViewPr>
        <p:scale>
          <a:sx n="110" d="100"/>
          <a:sy n="110" d="100"/>
        </p:scale>
        <p:origin x="-1890" y="-2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E02F7-EF5D-4121-B589-838DA5BA02AD}" type="datetimeFigureOut">
              <a:rPr lang="pt-BR" smtClean="0"/>
              <a:t>10/05/2016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DBC6-2B3D-457D-BB2B-7ED36F5B432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1895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E02F7-EF5D-4121-B589-838DA5BA02AD}" type="datetimeFigureOut">
              <a:rPr lang="pt-BR" smtClean="0"/>
              <a:t>10/05/2016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DBC6-2B3D-457D-BB2B-7ED36F5B432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1057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E02F7-EF5D-4121-B589-838DA5BA02AD}" type="datetimeFigureOut">
              <a:rPr lang="pt-BR" smtClean="0"/>
              <a:t>10/05/2016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DBC6-2B3D-457D-BB2B-7ED36F5B432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6137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E02F7-EF5D-4121-B589-838DA5BA02AD}" type="datetimeFigureOut">
              <a:rPr lang="pt-BR" smtClean="0"/>
              <a:t>10/05/2016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DBC6-2B3D-457D-BB2B-7ED36F5B432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74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E02F7-EF5D-4121-B589-838DA5BA02AD}" type="datetimeFigureOut">
              <a:rPr lang="pt-BR" smtClean="0"/>
              <a:t>10/05/2016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DBC6-2B3D-457D-BB2B-7ED36F5B432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9130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E02F7-EF5D-4121-B589-838DA5BA02AD}" type="datetimeFigureOut">
              <a:rPr lang="pt-BR" smtClean="0"/>
              <a:t>10/05/2016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DBC6-2B3D-457D-BB2B-7ED36F5B432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9428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E02F7-EF5D-4121-B589-838DA5BA02AD}" type="datetimeFigureOut">
              <a:rPr lang="pt-BR" smtClean="0"/>
              <a:t>10/05/2016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DBC6-2B3D-457D-BB2B-7ED36F5B432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1472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E02F7-EF5D-4121-B589-838DA5BA02AD}" type="datetimeFigureOut">
              <a:rPr lang="pt-BR" smtClean="0"/>
              <a:t>10/05/2016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DBC6-2B3D-457D-BB2B-7ED36F5B432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4772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E02F7-EF5D-4121-B589-838DA5BA02AD}" type="datetimeFigureOut">
              <a:rPr lang="pt-BR" smtClean="0"/>
              <a:t>10/05/2016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DBC6-2B3D-457D-BB2B-7ED36F5B432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9178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E02F7-EF5D-4121-B589-838DA5BA02AD}" type="datetimeFigureOut">
              <a:rPr lang="pt-BR" smtClean="0"/>
              <a:t>10/05/2016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DBC6-2B3D-457D-BB2B-7ED36F5B432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7530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E02F7-EF5D-4121-B589-838DA5BA02AD}" type="datetimeFigureOut">
              <a:rPr lang="pt-BR" smtClean="0"/>
              <a:t>10/05/2016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DBC6-2B3D-457D-BB2B-7ED36F5B432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4375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E02F7-EF5D-4121-B589-838DA5BA02AD}" type="datetimeFigureOut">
              <a:rPr lang="pt-BR" smtClean="0"/>
              <a:t>10/05/2016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0DBC6-2B3D-457D-BB2B-7ED36F5B432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644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/>
          <p:cNvSpPr/>
          <p:nvPr/>
        </p:nvSpPr>
        <p:spPr>
          <a:xfrm>
            <a:off x="323528" y="13592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Rectangle 78"/>
          <p:cNvSpPr/>
          <p:nvPr/>
        </p:nvSpPr>
        <p:spPr>
          <a:xfrm>
            <a:off x="323528" y="544749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ectangle 79"/>
          <p:cNvSpPr/>
          <p:nvPr/>
        </p:nvSpPr>
        <p:spPr>
          <a:xfrm>
            <a:off x="323528" y="953572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Rectangle 80"/>
          <p:cNvSpPr/>
          <p:nvPr/>
        </p:nvSpPr>
        <p:spPr>
          <a:xfrm>
            <a:off x="323528" y="136239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2" name="Rectangle 81"/>
          <p:cNvSpPr/>
          <p:nvPr/>
        </p:nvSpPr>
        <p:spPr>
          <a:xfrm>
            <a:off x="323528" y="177121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ctangle 82"/>
          <p:cNvSpPr/>
          <p:nvPr/>
        </p:nvSpPr>
        <p:spPr>
          <a:xfrm>
            <a:off x="323528" y="218004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4" name="Rectangle 83"/>
          <p:cNvSpPr/>
          <p:nvPr/>
        </p:nvSpPr>
        <p:spPr>
          <a:xfrm>
            <a:off x="323528" y="258886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Rectangle 84"/>
          <p:cNvSpPr/>
          <p:nvPr/>
        </p:nvSpPr>
        <p:spPr>
          <a:xfrm>
            <a:off x="323528" y="299769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Rectangle 85"/>
          <p:cNvSpPr/>
          <p:nvPr/>
        </p:nvSpPr>
        <p:spPr>
          <a:xfrm>
            <a:off x="738139" y="13592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Rectangle 86"/>
          <p:cNvSpPr/>
          <p:nvPr/>
        </p:nvSpPr>
        <p:spPr>
          <a:xfrm>
            <a:off x="738139" y="544749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Rectangle 87"/>
          <p:cNvSpPr/>
          <p:nvPr/>
        </p:nvSpPr>
        <p:spPr>
          <a:xfrm>
            <a:off x="738139" y="953572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ctangle 88"/>
          <p:cNvSpPr/>
          <p:nvPr/>
        </p:nvSpPr>
        <p:spPr>
          <a:xfrm>
            <a:off x="738139" y="136239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0" name="Rectangle 89"/>
          <p:cNvSpPr/>
          <p:nvPr/>
        </p:nvSpPr>
        <p:spPr>
          <a:xfrm>
            <a:off x="738139" y="177121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Rectangle 90"/>
          <p:cNvSpPr/>
          <p:nvPr/>
        </p:nvSpPr>
        <p:spPr>
          <a:xfrm>
            <a:off x="738139" y="218004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Rectangle 91"/>
          <p:cNvSpPr/>
          <p:nvPr/>
        </p:nvSpPr>
        <p:spPr>
          <a:xfrm>
            <a:off x="738139" y="258886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3" name="Rectangle 92"/>
          <p:cNvSpPr/>
          <p:nvPr/>
        </p:nvSpPr>
        <p:spPr>
          <a:xfrm>
            <a:off x="738139" y="299769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4" name="Rectangle 93"/>
          <p:cNvSpPr/>
          <p:nvPr/>
        </p:nvSpPr>
        <p:spPr>
          <a:xfrm>
            <a:off x="1152750" y="13592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Rectangle 94"/>
          <p:cNvSpPr/>
          <p:nvPr/>
        </p:nvSpPr>
        <p:spPr>
          <a:xfrm>
            <a:off x="1152750" y="544749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6" name="Rectangle 95"/>
          <p:cNvSpPr/>
          <p:nvPr/>
        </p:nvSpPr>
        <p:spPr>
          <a:xfrm>
            <a:off x="1152750" y="953572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Rectangle 96"/>
          <p:cNvSpPr/>
          <p:nvPr/>
        </p:nvSpPr>
        <p:spPr>
          <a:xfrm>
            <a:off x="1152750" y="136239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Rectangle 97"/>
          <p:cNvSpPr/>
          <p:nvPr/>
        </p:nvSpPr>
        <p:spPr>
          <a:xfrm>
            <a:off x="1152750" y="177121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9" name="Rectangle 98"/>
          <p:cNvSpPr/>
          <p:nvPr/>
        </p:nvSpPr>
        <p:spPr>
          <a:xfrm>
            <a:off x="1152750" y="218004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0" name="Rectangle 99"/>
          <p:cNvSpPr/>
          <p:nvPr/>
        </p:nvSpPr>
        <p:spPr>
          <a:xfrm>
            <a:off x="1152750" y="258886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1" name="Rectangle 100"/>
          <p:cNvSpPr/>
          <p:nvPr/>
        </p:nvSpPr>
        <p:spPr>
          <a:xfrm>
            <a:off x="1152750" y="299769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2" name="Rectangle 101"/>
          <p:cNvSpPr/>
          <p:nvPr/>
        </p:nvSpPr>
        <p:spPr>
          <a:xfrm>
            <a:off x="1567362" y="13592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" name="Rectangle 102"/>
          <p:cNvSpPr/>
          <p:nvPr/>
        </p:nvSpPr>
        <p:spPr>
          <a:xfrm>
            <a:off x="1567362" y="544749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" name="Rectangle 103"/>
          <p:cNvSpPr/>
          <p:nvPr/>
        </p:nvSpPr>
        <p:spPr>
          <a:xfrm>
            <a:off x="1567362" y="953572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" name="Rectangle 104"/>
          <p:cNvSpPr/>
          <p:nvPr/>
        </p:nvSpPr>
        <p:spPr>
          <a:xfrm>
            <a:off x="1567362" y="136239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" name="Rectangle 105"/>
          <p:cNvSpPr/>
          <p:nvPr/>
        </p:nvSpPr>
        <p:spPr>
          <a:xfrm>
            <a:off x="1567362" y="177121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" name="Rectangle 106"/>
          <p:cNvSpPr/>
          <p:nvPr/>
        </p:nvSpPr>
        <p:spPr>
          <a:xfrm>
            <a:off x="1567362" y="218004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" name="Rectangle 107"/>
          <p:cNvSpPr/>
          <p:nvPr/>
        </p:nvSpPr>
        <p:spPr>
          <a:xfrm>
            <a:off x="1567362" y="258886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" name="Rectangle 108"/>
          <p:cNvSpPr/>
          <p:nvPr/>
        </p:nvSpPr>
        <p:spPr>
          <a:xfrm>
            <a:off x="1567362" y="299769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0" name="Rectangle 109"/>
          <p:cNvSpPr/>
          <p:nvPr/>
        </p:nvSpPr>
        <p:spPr>
          <a:xfrm>
            <a:off x="1981974" y="13592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1" name="Rectangle 110"/>
          <p:cNvSpPr/>
          <p:nvPr/>
        </p:nvSpPr>
        <p:spPr>
          <a:xfrm>
            <a:off x="1981974" y="544749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2" name="Rectangle 111"/>
          <p:cNvSpPr/>
          <p:nvPr/>
        </p:nvSpPr>
        <p:spPr>
          <a:xfrm>
            <a:off x="1981974" y="953572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" name="Rectangle 112"/>
          <p:cNvSpPr/>
          <p:nvPr/>
        </p:nvSpPr>
        <p:spPr>
          <a:xfrm>
            <a:off x="1981974" y="136239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" name="Rectangle 113"/>
          <p:cNvSpPr/>
          <p:nvPr/>
        </p:nvSpPr>
        <p:spPr>
          <a:xfrm>
            <a:off x="1981974" y="177121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5" name="Rectangle 114"/>
          <p:cNvSpPr/>
          <p:nvPr/>
        </p:nvSpPr>
        <p:spPr>
          <a:xfrm>
            <a:off x="1981974" y="218004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6" name="Rectangle 115"/>
          <p:cNvSpPr/>
          <p:nvPr/>
        </p:nvSpPr>
        <p:spPr>
          <a:xfrm>
            <a:off x="1981974" y="258886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7" name="Rectangle 116"/>
          <p:cNvSpPr/>
          <p:nvPr/>
        </p:nvSpPr>
        <p:spPr>
          <a:xfrm>
            <a:off x="1981974" y="299769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8" name="Rectangle 117"/>
          <p:cNvSpPr/>
          <p:nvPr/>
        </p:nvSpPr>
        <p:spPr>
          <a:xfrm>
            <a:off x="323528" y="354278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9" name="Rectangle 118"/>
          <p:cNvSpPr/>
          <p:nvPr/>
        </p:nvSpPr>
        <p:spPr>
          <a:xfrm>
            <a:off x="323528" y="3951612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0" name="Rectangle 119"/>
          <p:cNvSpPr/>
          <p:nvPr/>
        </p:nvSpPr>
        <p:spPr>
          <a:xfrm>
            <a:off x="323528" y="436043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1" name="Rectangle 120"/>
          <p:cNvSpPr/>
          <p:nvPr/>
        </p:nvSpPr>
        <p:spPr>
          <a:xfrm>
            <a:off x="323528" y="476925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2" name="Rectangle 121"/>
          <p:cNvSpPr/>
          <p:nvPr/>
        </p:nvSpPr>
        <p:spPr>
          <a:xfrm>
            <a:off x="323528" y="5178082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3" name="Rectangle 122"/>
          <p:cNvSpPr/>
          <p:nvPr/>
        </p:nvSpPr>
        <p:spPr>
          <a:xfrm>
            <a:off x="323528" y="558690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4" name="Rectangle 123"/>
          <p:cNvSpPr/>
          <p:nvPr/>
        </p:nvSpPr>
        <p:spPr>
          <a:xfrm>
            <a:off x="323528" y="599572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5" name="Rectangle 124"/>
          <p:cNvSpPr/>
          <p:nvPr/>
        </p:nvSpPr>
        <p:spPr>
          <a:xfrm>
            <a:off x="323528" y="6404553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6" name="Rectangle 125"/>
          <p:cNvSpPr/>
          <p:nvPr/>
        </p:nvSpPr>
        <p:spPr>
          <a:xfrm>
            <a:off x="738139" y="354278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7" name="Rectangle 126"/>
          <p:cNvSpPr/>
          <p:nvPr/>
        </p:nvSpPr>
        <p:spPr>
          <a:xfrm>
            <a:off x="738139" y="3951612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8" name="Rectangle 127"/>
          <p:cNvSpPr/>
          <p:nvPr/>
        </p:nvSpPr>
        <p:spPr>
          <a:xfrm>
            <a:off x="738139" y="436043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9" name="Rectangle 128"/>
          <p:cNvSpPr/>
          <p:nvPr/>
        </p:nvSpPr>
        <p:spPr>
          <a:xfrm>
            <a:off x="738139" y="476925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0" name="Rectangle 129"/>
          <p:cNvSpPr/>
          <p:nvPr/>
        </p:nvSpPr>
        <p:spPr>
          <a:xfrm>
            <a:off x="738139" y="5178082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1" name="Rectangle 130"/>
          <p:cNvSpPr/>
          <p:nvPr/>
        </p:nvSpPr>
        <p:spPr>
          <a:xfrm>
            <a:off x="738139" y="558690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2" name="Rectangle 131"/>
          <p:cNvSpPr/>
          <p:nvPr/>
        </p:nvSpPr>
        <p:spPr>
          <a:xfrm>
            <a:off x="738139" y="599572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3" name="Rectangle 132"/>
          <p:cNvSpPr/>
          <p:nvPr/>
        </p:nvSpPr>
        <p:spPr>
          <a:xfrm>
            <a:off x="738139" y="640455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4" name="Rectangle 133"/>
          <p:cNvSpPr/>
          <p:nvPr/>
        </p:nvSpPr>
        <p:spPr>
          <a:xfrm>
            <a:off x="1152750" y="354278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5" name="Rectangle 134"/>
          <p:cNvSpPr/>
          <p:nvPr/>
        </p:nvSpPr>
        <p:spPr>
          <a:xfrm>
            <a:off x="1152750" y="3951612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6" name="Rectangle 135"/>
          <p:cNvSpPr/>
          <p:nvPr/>
        </p:nvSpPr>
        <p:spPr>
          <a:xfrm>
            <a:off x="1152750" y="436043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7" name="Rectangle 136"/>
          <p:cNvSpPr/>
          <p:nvPr/>
        </p:nvSpPr>
        <p:spPr>
          <a:xfrm>
            <a:off x="1152750" y="476925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8" name="Rectangle 137"/>
          <p:cNvSpPr/>
          <p:nvPr/>
        </p:nvSpPr>
        <p:spPr>
          <a:xfrm>
            <a:off x="1152750" y="5178082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9" name="Rectangle 138"/>
          <p:cNvSpPr/>
          <p:nvPr/>
        </p:nvSpPr>
        <p:spPr>
          <a:xfrm>
            <a:off x="1152750" y="558690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0" name="Rectangle 139"/>
          <p:cNvSpPr/>
          <p:nvPr/>
        </p:nvSpPr>
        <p:spPr>
          <a:xfrm>
            <a:off x="1152750" y="599572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1" name="Rectangle 140"/>
          <p:cNvSpPr/>
          <p:nvPr/>
        </p:nvSpPr>
        <p:spPr>
          <a:xfrm>
            <a:off x="1152750" y="640455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2" name="Rectangle 141"/>
          <p:cNvSpPr/>
          <p:nvPr/>
        </p:nvSpPr>
        <p:spPr>
          <a:xfrm>
            <a:off x="1567362" y="354278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3" name="Rectangle 142"/>
          <p:cNvSpPr/>
          <p:nvPr/>
        </p:nvSpPr>
        <p:spPr>
          <a:xfrm>
            <a:off x="1567362" y="3951612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4" name="Rectangle 143"/>
          <p:cNvSpPr/>
          <p:nvPr/>
        </p:nvSpPr>
        <p:spPr>
          <a:xfrm>
            <a:off x="1567362" y="436043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5" name="Rectangle 144"/>
          <p:cNvSpPr/>
          <p:nvPr/>
        </p:nvSpPr>
        <p:spPr>
          <a:xfrm>
            <a:off x="1567362" y="476925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6" name="Rectangle 145"/>
          <p:cNvSpPr/>
          <p:nvPr/>
        </p:nvSpPr>
        <p:spPr>
          <a:xfrm>
            <a:off x="1567362" y="5178082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7" name="Rectangle 146"/>
          <p:cNvSpPr/>
          <p:nvPr/>
        </p:nvSpPr>
        <p:spPr>
          <a:xfrm>
            <a:off x="1567362" y="558690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8" name="Rectangle 147"/>
          <p:cNvSpPr/>
          <p:nvPr/>
        </p:nvSpPr>
        <p:spPr>
          <a:xfrm>
            <a:off x="1567362" y="599572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9" name="Rectangle 148"/>
          <p:cNvSpPr/>
          <p:nvPr/>
        </p:nvSpPr>
        <p:spPr>
          <a:xfrm>
            <a:off x="1567362" y="640455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0" name="Rectangle 149"/>
          <p:cNvSpPr/>
          <p:nvPr/>
        </p:nvSpPr>
        <p:spPr>
          <a:xfrm>
            <a:off x="1981974" y="354278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1" name="Rectangle 150"/>
          <p:cNvSpPr/>
          <p:nvPr/>
        </p:nvSpPr>
        <p:spPr>
          <a:xfrm>
            <a:off x="1981974" y="3951612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2" name="Rectangle 151"/>
          <p:cNvSpPr/>
          <p:nvPr/>
        </p:nvSpPr>
        <p:spPr>
          <a:xfrm>
            <a:off x="1981974" y="436043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3" name="Rectangle 152"/>
          <p:cNvSpPr/>
          <p:nvPr/>
        </p:nvSpPr>
        <p:spPr>
          <a:xfrm>
            <a:off x="1981974" y="476925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4" name="Rectangle 153"/>
          <p:cNvSpPr/>
          <p:nvPr/>
        </p:nvSpPr>
        <p:spPr>
          <a:xfrm>
            <a:off x="1981974" y="5178082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5" name="Rectangle 154"/>
          <p:cNvSpPr/>
          <p:nvPr/>
        </p:nvSpPr>
        <p:spPr>
          <a:xfrm>
            <a:off x="1981974" y="558690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6" name="Rectangle 155"/>
          <p:cNvSpPr/>
          <p:nvPr/>
        </p:nvSpPr>
        <p:spPr>
          <a:xfrm>
            <a:off x="1981974" y="599572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7" name="Rectangle 156"/>
          <p:cNvSpPr/>
          <p:nvPr/>
        </p:nvSpPr>
        <p:spPr>
          <a:xfrm>
            <a:off x="1981974" y="640455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8" name="Rectangle 157"/>
          <p:cNvSpPr/>
          <p:nvPr/>
        </p:nvSpPr>
        <p:spPr>
          <a:xfrm>
            <a:off x="2503167" y="13592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9" name="Rectangle 158"/>
          <p:cNvSpPr/>
          <p:nvPr/>
        </p:nvSpPr>
        <p:spPr>
          <a:xfrm>
            <a:off x="2503167" y="544749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0" name="Rectangle 159"/>
          <p:cNvSpPr/>
          <p:nvPr/>
        </p:nvSpPr>
        <p:spPr>
          <a:xfrm>
            <a:off x="2503167" y="953572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1" name="Rectangle 160"/>
          <p:cNvSpPr/>
          <p:nvPr/>
        </p:nvSpPr>
        <p:spPr>
          <a:xfrm>
            <a:off x="2503167" y="136239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2" name="Rectangle 161"/>
          <p:cNvSpPr/>
          <p:nvPr/>
        </p:nvSpPr>
        <p:spPr>
          <a:xfrm>
            <a:off x="2503167" y="177121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3" name="Rectangle 162"/>
          <p:cNvSpPr/>
          <p:nvPr/>
        </p:nvSpPr>
        <p:spPr>
          <a:xfrm>
            <a:off x="2503167" y="218004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4" name="Rectangle 163"/>
          <p:cNvSpPr/>
          <p:nvPr/>
        </p:nvSpPr>
        <p:spPr>
          <a:xfrm>
            <a:off x="2503167" y="258886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5" name="Rectangle 164"/>
          <p:cNvSpPr/>
          <p:nvPr/>
        </p:nvSpPr>
        <p:spPr>
          <a:xfrm>
            <a:off x="2503167" y="299769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6" name="Rectangle 165"/>
          <p:cNvSpPr/>
          <p:nvPr/>
        </p:nvSpPr>
        <p:spPr>
          <a:xfrm>
            <a:off x="2917778" y="13592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7" name="Rectangle 166"/>
          <p:cNvSpPr/>
          <p:nvPr/>
        </p:nvSpPr>
        <p:spPr>
          <a:xfrm>
            <a:off x="2917778" y="54474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8" name="Rectangle 167"/>
          <p:cNvSpPr/>
          <p:nvPr/>
        </p:nvSpPr>
        <p:spPr>
          <a:xfrm>
            <a:off x="2917778" y="953572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9" name="Rectangle 168"/>
          <p:cNvSpPr/>
          <p:nvPr/>
        </p:nvSpPr>
        <p:spPr>
          <a:xfrm>
            <a:off x="2917778" y="136239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0" name="Rectangle 169"/>
          <p:cNvSpPr/>
          <p:nvPr/>
        </p:nvSpPr>
        <p:spPr>
          <a:xfrm>
            <a:off x="2917778" y="177121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1" name="Rectangle 170"/>
          <p:cNvSpPr/>
          <p:nvPr/>
        </p:nvSpPr>
        <p:spPr>
          <a:xfrm>
            <a:off x="2917778" y="218004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2" name="Rectangle 171"/>
          <p:cNvSpPr/>
          <p:nvPr/>
        </p:nvSpPr>
        <p:spPr>
          <a:xfrm>
            <a:off x="2917778" y="258886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3" name="Rectangle 172"/>
          <p:cNvSpPr/>
          <p:nvPr/>
        </p:nvSpPr>
        <p:spPr>
          <a:xfrm>
            <a:off x="2917778" y="2997690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4" name="Rectangle 173"/>
          <p:cNvSpPr/>
          <p:nvPr/>
        </p:nvSpPr>
        <p:spPr>
          <a:xfrm>
            <a:off x="3332389" y="13592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5" name="Rectangle 174"/>
          <p:cNvSpPr/>
          <p:nvPr/>
        </p:nvSpPr>
        <p:spPr>
          <a:xfrm>
            <a:off x="3332389" y="54474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6" name="Rectangle 175"/>
          <p:cNvSpPr/>
          <p:nvPr/>
        </p:nvSpPr>
        <p:spPr>
          <a:xfrm>
            <a:off x="3332389" y="953572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7" name="Rectangle 176"/>
          <p:cNvSpPr/>
          <p:nvPr/>
        </p:nvSpPr>
        <p:spPr>
          <a:xfrm>
            <a:off x="3332389" y="136239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8" name="Rectangle 177"/>
          <p:cNvSpPr/>
          <p:nvPr/>
        </p:nvSpPr>
        <p:spPr>
          <a:xfrm>
            <a:off x="3332389" y="177121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9" name="Rectangle 178"/>
          <p:cNvSpPr/>
          <p:nvPr/>
        </p:nvSpPr>
        <p:spPr>
          <a:xfrm>
            <a:off x="3332389" y="2180043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0" name="Rectangle 179"/>
          <p:cNvSpPr/>
          <p:nvPr/>
        </p:nvSpPr>
        <p:spPr>
          <a:xfrm>
            <a:off x="3332389" y="2588866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1" name="Rectangle 180"/>
          <p:cNvSpPr/>
          <p:nvPr/>
        </p:nvSpPr>
        <p:spPr>
          <a:xfrm>
            <a:off x="3332389" y="2997690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2" name="Rectangle 181"/>
          <p:cNvSpPr/>
          <p:nvPr/>
        </p:nvSpPr>
        <p:spPr>
          <a:xfrm>
            <a:off x="3747002" y="13592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3" name="Rectangle 182"/>
          <p:cNvSpPr/>
          <p:nvPr/>
        </p:nvSpPr>
        <p:spPr>
          <a:xfrm>
            <a:off x="3747002" y="54474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4" name="Rectangle 183"/>
          <p:cNvSpPr/>
          <p:nvPr/>
        </p:nvSpPr>
        <p:spPr>
          <a:xfrm>
            <a:off x="3747002" y="953572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5" name="Rectangle 184"/>
          <p:cNvSpPr/>
          <p:nvPr/>
        </p:nvSpPr>
        <p:spPr>
          <a:xfrm>
            <a:off x="3747002" y="136239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6" name="Rectangle 185"/>
          <p:cNvSpPr/>
          <p:nvPr/>
        </p:nvSpPr>
        <p:spPr>
          <a:xfrm>
            <a:off x="3747002" y="177121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7" name="Rectangle 186"/>
          <p:cNvSpPr/>
          <p:nvPr/>
        </p:nvSpPr>
        <p:spPr>
          <a:xfrm>
            <a:off x="3747002" y="2180043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8" name="Rectangle 187"/>
          <p:cNvSpPr/>
          <p:nvPr/>
        </p:nvSpPr>
        <p:spPr>
          <a:xfrm>
            <a:off x="3747002" y="2588866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9" name="Rectangle 188"/>
          <p:cNvSpPr/>
          <p:nvPr/>
        </p:nvSpPr>
        <p:spPr>
          <a:xfrm>
            <a:off x="3747002" y="2997690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0" name="Rectangle 189"/>
          <p:cNvSpPr/>
          <p:nvPr/>
        </p:nvSpPr>
        <p:spPr>
          <a:xfrm>
            <a:off x="4161613" y="13592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1" name="Rectangle 190"/>
          <p:cNvSpPr/>
          <p:nvPr/>
        </p:nvSpPr>
        <p:spPr>
          <a:xfrm>
            <a:off x="4161613" y="54474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2" name="Rectangle 191"/>
          <p:cNvSpPr/>
          <p:nvPr/>
        </p:nvSpPr>
        <p:spPr>
          <a:xfrm>
            <a:off x="4161613" y="953572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3" name="Rectangle 192"/>
          <p:cNvSpPr/>
          <p:nvPr/>
        </p:nvSpPr>
        <p:spPr>
          <a:xfrm>
            <a:off x="4161613" y="136239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4" name="Rectangle 193"/>
          <p:cNvSpPr/>
          <p:nvPr/>
        </p:nvSpPr>
        <p:spPr>
          <a:xfrm>
            <a:off x="4161613" y="1771219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5" name="Rectangle 194"/>
          <p:cNvSpPr/>
          <p:nvPr/>
        </p:nvSpPr>
        <p:spPr>
          <a:xfrm>
            <a:off x="4161613" y="2180043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6" name="Rectangle 195"/>
          <p:cNvSpPr/>
          <p:nvPr/>
        </p:nvSpPr>
        <p:spPr>
          <a:xfrm>
            <a:off x="4161613" y="258886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7" name="Rectangle 196"/>
          <p:cNvSpPr/>
          <p:nvPr/>
        </p:nvSpPr>
        <p:spPr>
          <a:xfrm>
            <a:off x="4161613" y="2997690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8" name="Rectangle 197"/>
          <p:cNvSpPr/>
          <p:nvPr/>
        </p:nvSpPr>
        <p:spPr>
          <a:xfrm>
            <a:off x="2503167" y="3542789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9" name="Rectangle 198"/>
          <p:cNvSpPr/>
          <p:nvPr/>
        </p:nvSpPr>
        <p:spPr>
          <a:xfrm>
            <a:off x="2503167" y="3951612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0" name="Rectangle 199"/>
          <p:cNvSpPr/>
          <p:nvPr/>
        </p:nvSpPr>
        <p:spPr>
          <a:xfrm>
            <a:off x="2503167" y="436043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1" name="Rectangle 200"/>
          <p:cNvSpPr/>
          <p:nvPr/>
        </p:nvSpPr>
        <p:spPr>
          <a:xfrm>
            <a:off x="2503167" y="476925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2" name="Rectangle 201"/>
          <p:cNvSpPr/>
          <p:nvPr/>
        </p:nvSpPr>
        <p:spPr>
          <a:xfrm>
            <a:off x="2503167" y="5178082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3" name="Rectangle 202"/>
          <p:cNvSpPr/>
          <p:nvPr/>
        </p:nvSpPr>
        <p:spPr>
          <a:xfrm>
            <a:off x="2503167" y="558690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4" name="Rectangle 203"/>
          <p:cNvSpPr/>
          <p:nvPr/>
        </p:nvSpPr>
        <p:spPr>
          <a:xfrm>
            <a:off x="2503167" y="599572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5" name="Rectangle 204"/>
          <p:cNvSpPr/>
          <p:nvPr/>
        </p:nvSpPr>
        <p:spPr>
          <a:xfrm>
            <a:off x="2503167" y="640455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6" name="Rectangle 205"/>
          <p:cNvSpPr/>
          <p:nvPr/>
        </p:nvSpPr>
        <p:spPr>
          <a:xfrm>
            <a:off x="2917778" y="3542789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7" name="Rectangle 206"/>
          <p:cNvSpPr/>
          <p:nvPr/>
        </p:nvSpPr>
        <p:spPr>
          <a:xfrm>
            <a:off x="2917778" y="3951612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8" name="Rectangle 207"/>
          <p:cNvSpPr/>
          <p:nvPr/>
        </p:nvSpPr>
        <p:spPr>
          <a:xfrm>
            <a:off x="2917778" y="436043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9" name="Rectangle 208"/>
          <p:cNvSpPr/>
          <p:nvPr/>
        </p:nvSpPr>
        <p:spPr>
          <a:xfrm>
            <a:off x="2917778" y="4769259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0" name="Rectangle 209"/>
          <p:cNvSpPr/>
          <p:nvPr/>
        </p:nvSpPr>
        <p:spPr>
          <a:xfrm>
            <a:off x="2917778" y="5178082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1" name="Rectangle 210"/>
          <p:cNvSpPr/>
          <p:nvPr/>
        </p:nvSpPr>
        <p:spPr>
          <a:xfrm>
            <a:off x="2917778" y="558690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2" name="Rectangle 211"/>
          <p:cNvSpPr/>
          <p:nvPr/>
        </p:nvSpPr>
        <p:spPr>
          <a:xfrm>
            <a:off x="2917778" y="599572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3" name="Rectangle 212"/>
          <p:cNvSpPr/>
          <p:nvPr/>
        </p:nvSpPr>
        <p:spPr>
          <a:xfrm>
            <a:off x="2917778" y="640455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4" name="Rectangle 213"/>
          <p:cNvSpPr/>
          <p:nvPr/>
        </p:nvSpPr>
        <p:spPr>
          <a:xfrm>
            <a:off x="3332389" y="3542789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5" name="Rectangle 214"/>
          <p:cNvSpPr/>
          <p:nvPr/>
        </p:nvSpPr>
        <p:spPr>
          <a:xfrm>
            <a:off x="3332389" y="3951612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6" name="Rectangle 215"/>
          <p:cNvSpPr/>
          <p:nvPr/>
        </p:nvSpPr>
        <p:spPr>
          <a:xfrm>
            <a:off x="3332389" y="4360436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7" name="Rectangle 216"/>
          <p:cNvSpPr/>
          <p:nvPr/>
        </p:nvSpPr>
        <p:spPr>
          <a:xfrm>
            <a:off x="3332389" y="4769259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8" name="Rectangle 217"/>
          <p:cNvSpPr/>
          <p:nvPr/>
        </p:nvSpPr>
        <p:spPr>
          <a:xfrm>
            <a:off x="3332389" y="5178082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9" name="Rectangle 218"/>
          <p:cNvSpPr/>
          <p:nvPr/>
        </p:nvSpPr>
        <p:spPr>
          <a:xfrm>
            <a:off x="3332389" y="558690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0" name="Rectangle 219"/>
          <p:cNvSpPr/>
          <p:nvPr/>
        </p:nvSpPr>
        <p:spPr>
          <a:xfrm>
            <a:off x="3332389" y="599572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1" name="Rectangle 220"/>
          <p:cNvSpPr/>
          <p:nvPr/>
        </p:nvSpPr>
        <p:spPr>
          <a:xfrm>
            <a:off x="3332389" y="640455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2" name="Rectangle 221"/>
          <p:cNvSpPr/>
          <p:nvPr/>
        </p:nvSpPr>
        <p:spPr>
          <a:xfrm>
            <a:off x="3747002" y="3542789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3" name="Rectangle 222"/>
          <p:cNvSpPr/>
          <p:nvPr/>
        </p:nvSpPr>
        <p:spPr>
          <a:xfrm>
            <a:off x="3747002" y="3951612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4" name="Rectangle 223"/>
          <p:cNvSpPr/>
          <p:nvPr/>
        </p:nvSpPr>
        <p:spPr>
          <a:xfrm>
            <a:off x="3747002" y="4360436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5" name="Rectangle 224"/>
          <p:cNvSpPr/>
          <p:nvPr/>
        </p:nvSpPr>
        <p:spPr>
          <a:xfrm>
            <a:off x="3747002" y="4769259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6" name="Rectangle 225"/>
          <p:cNvSpPr/>
          <p:nvPr/>
        </p:nvSpPr>
        <p:spPr>
          <a:xfrm>
            <a:off x="3747002" y="5178082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7" name="Rectangle 226"/>
          <p:cNvSpPr/>
          <p:nvPr/>
        </p:nvSpPr>
        <p:spPr>
          <a:xfrm>
            <a:off x="3747002" y="558690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8" name="Rectangle 227"/>
          <p:cNvSpPr/>
          <p:nvPr/>
        </p:nvSpPr>
        <p:spPr>
          <a:xfrm>
            <a:off x="3747002" y="599572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9" name="Rectangle 228"/>
          <p:cNvSpPr/>
          <p:nvPr/>
        </p:nvSpPr>
        <p:spPr>
          <a:xfrm>
            <a:off x="3747002" y="640455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0" name="Rectangle 229"/>
          <p:cNvSpPr/>
          <p:nvPr/>
        </p:nvSpPr>
        <p:spPr>
          <a:xfrm>
            <a:off x="4161613" y="3542789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1" name="Rectangle 230"/>
          <p:cNvSpPr/>
          <p:nvPr/>
        </p:nvSpPr>
        <p:spPr>
          <a:xfrm>
            <a:off x="4161613" y="3951612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2" name="Rectangle 231"/>
          <p:cNvSpPr/>
          <p:nvPr/>
        </p:nvSpPr>
        <p:spPr>
          <a:xfrm>
            <a:off x="4161613" y="4360436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3" name="Rectangle 232"/>
          <p:cNvSpPr/>
          <p:nvPr/>
        </p:nvSpPr>
        <p:spPr>
          <a:xfrm>
            <a:off x="4161613" y="4769259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4" name="Rectangle 233"/>
          <p:cNvSpPr/>
          <p:nvPr/>
        </p:nvSpPr>
        <p:spPr>
          <a:xfrm>
            <a:off x="4161613" y="5178082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5" name="Rectangle 234"/>
          <p:cNvSpPr/>
          <p:nvPr/>
        </p:nvSpPr>
        <p:spPr>
          <a:xfrm>
            <a:off x="4161613" y="558690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6" name="Rectangle 235"/>
          <p:cNvSpPr/>
          <p:nvPr/>
        </p:nvSpPr>
        <p:spPr>
          <a:xfrm>
            <a:off x="4161613" y="599572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7" name="Rectangle 236"/>
          <p:cNvSpPr/>
          <p:nvPr/>
        </p:nvSpPr>
        <p:spPr>
          <a:xfrm>
            <a:off x="4161613" y="640455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0" name="Rectangle 399"/>
          <p:cNvSpPr/>
          <p:nvPr/>
        </p:nvSpPr>
        <p:spPr>
          <a:xfrm flipH="1">
            <a:off x="8519597" y="13592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1" name="Rectangle 400"/>
          <p:cNvSpPr/>
          <p:nvPr/>
        </p:nvSpPr>
        <p:spPr>
          <a:xfrm flipH="1">
            <a:off x="8519597" y="544749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2" name="Rectangle 401"/>
          <p:cNvSpPr/>
          <p:nvPr/>
        </p:nvSpPr>
        <p:spPr>
          <a:xfrm flipH="1">
            <a:off x="8519597" y="953573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3" name="Rectangle 402"/>
          <p:cNvSpPr/>
          <p:nvPr/>
        </p:nvSpPr>
        <p:spPr>
          <a:xfrm flipH="1">
            <a:off x="8519597" y="136239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4" name="Rectangle 403"/>
          <p:cNvSpPr/>
          <p:nvPr/>
        </p:nvSpPr>
        <p:spPr>
          <a:xfrm flipH="1">
            <a:off x="8519597" y="177122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5" name="Rectangle 404"/>
          <p:cNvSpPr/>
          <p:nvPr/>
        </p:nvSpPr>
        <p:spPr>
          <a:xfrm flipH="1">
            <a:off x="8519597" y="218004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6" name="Rectangle 405"/>
          <p:cNvSpPr/>
          <p:nvPr/>
        </p:nvSpPr>
        <p:spPr>
          <a:xfrm flipH="1">
            <a:off x="8519597" y="258886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7" name="Rectangle 406"/>
          <p:cNvSpPr/>
          <p:nvPr/>
        </p:nvSpPr>
        <p:spPr>
          <a:xfrm flipH="1">
            <a:off x="8519597" y="299769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8" name="Rectangle 407"/>
          <p:cNvSpPr/>
          <p:nvPr/>
        </p:nvSpPr>
        <p:spPr>
          <a:xfrm flipH="1">
            <a:off x="8104986" y="13592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9" name="Rectangle 408"/>
          <p:cNvSpPr/>
          <p:nvPr/>
        </p:nvSpPr>
        <p:spPr>
          <a:xfrm flipH="1">
            <a:off x="8104986" y="544749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0" name="Rectangle 409"/>
          <p:cNvSpPr/>
          <p:nvPr/>
        </p:nvSpPr>
        <p:spPr>
          <a:xfrm flipH="1">
            <a:off x="8104986" y="953573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1" name="Rectangle 410"/>
          <p:cNvSpPr/>
          <p:nvPr/>
        </p:nvSpPr>
        <p:spPr>
          <a:xfrm flipH="1">
            <a:off x="8104986" y="136239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2" name="Rectangle 411"/>
          <p:cNvSpPr/>
          <p:nvPr/>
        </p:nvSpPr>
        <p:spPr>
          <a:xfrm flipH="1">
            <a:off x="8104986" y="177122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3" name="Rectangle 412"/>
          <p:cNvSpPr/>
          <p:nvPr/>
        </p:nvSpPr>
        <p:spPr>
          <a:xfrm flipH="1">
            <a:off x="8104986" y="218004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4" name="Rectangle 413"/>
          <p:cNvSpPr/>
          <p:nvPr/>
        </p:nvSpPr>
        <p:spPr>
          <a:xfrm flipH="1">
            <a:off x="8104986" y="258886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5" name="Rectangle 414"/>
          <p:cNvSpPr/>
          <p:nvPr/>
        </p:nvSpPr>
        <p:spPr>
          <a:xfrm flipH="1">
            <a:off x="8104986" y="299769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6" name="Rectangle 415"/>
          <p:cNvSpPr/>
          <p:nvPr/>
        </p:nvSpPr>
        <p:spPr>
          <a:xfrm flipH="1">
            <a:off x="7690374" y="13592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7" name="Rectangle 416"/>
          <p:cNvSpPr/>
          <p:nvPr/>
        </p:nvSpPr>
        <p:spPr>
          <a:xfrm flipH="1">
            <a:off x="7690374" y="544749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8" name="Rectangle 417"/>
          <p:cNvSpPr/>
          <p:nvPr/>
        </p:nvSpPr>
        <p:spPr>
          <a:xfrm flipH="1">
            <a:off x="7690374" y="953573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9" name="Rectangle 418"/>
          <p:cNvSpPr/>
          <p:nvPr/>
        </p:nvSpPr>
        <p:spPr>
          <a:xfrm flipH="1">
            <a:off x="7690374" y="136239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0" name="Rectangle 419"/>
          <p:cNvSpPr/>
          <p:nvPr/>
        </p:nvSpPr>
        <p:spPr>
          <a:xfrm flipH="1">
            <a:off x="7690374" y="177122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1" name="Rectangle 420"/>
          <p:cNvSpPr/>
          <p:nvPr/>
        </p:nvSpPr>
        <p:spPr>
          <a:xfrm flipH="1">
            <a:off x="7690374" y="2180043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2" name="Rectangle 421"/>
          <p:cNvSpPr/>
          <p:nvPr/>
        </p:nvSpPr>
        <p:spPr>
          <a:xfrm flipH="1">
            <a:off x="7690374" y="258886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3" name="Rectangle 422"/>
          <p:cNvSpPr/>
          <p:nvPr/>
        </p:nvSpPr>
        <p:spPr>
          <a:xfrm flipH="1">
            <a:off x="7690374" y="299769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4" name="Rectangle 423"/>
          <p:cNvSpPr/>
          <p:nvPr/>
        </p:nvSpPr>
        <p:spPr>
          <a:xfrm flipH="1">
            <a:off x="7275763" y="13592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5" name="Rectangle 424"/>
          <p:cNvSpPr/>
          <p:nvPr/>
        </p:nvSpPr>
        <p:spPr>
          <a:xfrm flipH="1">
            <a:off x="7275763" y="544749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6" name="Rectangle 425"/>
          <p:cNvSpPr/>
          <p:nvPr/>
        </p:nvSpPr>
        <p:spPr>
          <a:xfrm flipH="1">
            <a:off x="7275763" y="953573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7" name="Rectangle 426"/>
          <p:cNvSpPr/>
          <p:nvPr/>
        </p:nvSpPr>
        <p:spPr>
          <a:xfrm flipH="1">
            <a:off x="7275763" y="136239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8" name="Rectangle 427"/>
          <p:cNvSpPr/>
          <p:nvPr/>
        </p:nvSpPr>
        <p:spPr>
          <a:xfrm flipH="1">
            <a:off x="7275763" y="177122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9" name="Rectangle 428"/>
          <p:cNvSpPr/>
          <p:nvPr/>
        </p:nvSpPr>
        <p:spPr>
          <a:xfrm flipH="1">
            <a:off x="7275763" y="2180043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0" name="Rectangle 429"/>
          <p:cNvSpPr/>
          <p:nvPr/>
        </p:nvSpPr>
        <p:spPr>
          <a:xfrm flipH="1">
            <a:off x="7275763" y="258886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1" name="Rectangle 430"/>
          <p:cNvSpPr/>
          <p:nvPr/>
        </p:nvSpPr>
        <p:spPr>
          <a:xfrm flipH="1">
            <a:off x="7275763" y="299769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2" name="Rectangle 431"/>
          <p:cNvSpPr/>
          <p:nvPr/>
        </p:nvSpPr>
        <p:spPr>
          <a:xfrm flipH="1">
            <a:off x="6861151" y="13592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3" name="Rectangle 432"/>
          <p:cNvSpPr/>
          <p:nvPr/>
        </p:nvSpPr>
        <p:spPr>
          <a:xfrm flipH="1">
            <a:off x="6861151" y="544749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4" name="Rectangle 433"/>
          <p:cNvSpPr/>
          <p:nvPr/>
        </p:nvSpPr>
        <p:spPr>
          <a:xfrm flipH="1">
            <a:off x="6861151" y="953573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5" name="Rectangle 434"/>
          <p:cNvSpPr/>
          <p:nvPr/>
        </p:nvSpPr>
        <p:spPr>
          <a:xfrm flipH="1">
            <a:off x="6861151" y="136239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6" name="Rectangle 435"/>
          <p:cNvSpPr/>
          <p:nvPr/>
        </p:nvSpPr>
        <p:spPr>
          <a:xfrm flipH="1">
            <a:off x="6861151" y="177122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7" name="Rectangle 436"/>
          <p:cNvSpPr/>
          <p:nvPr/>
        </p:nvSpPr>
        <p:spPr>
          <a:xfrm flipH="1">
            <a:off x="6861151" y="218004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8" name="Rectangle 437"/>
          <p:cNvSpPr/>
          <p:nvPr/>
        </p:nvSpPr>
        <p:spPr>
          <a:xfrm flipH="1">
            <a:off x="6861151" y="258886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9" name="Rectangle 438"/>
          <p:cNvSpPr/>
          <p:nvPr/>
        </p:nvSpPr>
        <p:spPr>
          <a:xfrm flipH="1">
            <a:off x="6861151" y="299769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0" name="Rectangle 439"/>
          <p:cNvSpPr/>
          <p:nvPr/>
        </p:nvSpPr>
        <p:spPr>
          <a:xfrm flipH="1">
            <a:off x="8519597" y="354278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1" name="Rectangle 440"/>
          <p:cNvSpPr/>
          <p:nvPr/>
        </p:nvSpPr>
        <p:spPr>
          <a:xfrm flipH="1">
            <a:off x="8519597" y="3951612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2" name="Rectangle 441"/>
          <p:cNvSpPr/>
          <p:nvPr/>
        </p:nvSpPr>
        <p:spPr>
          <a:xfrm flipH="1">
            <a:off x="8519597" y="436043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3" name="Rectangle 442"/>
          <p:cNvSpPr/>
          <p:nvPr/>
        </p:nvSpPr>
        <p:spPr>
          <a:xfrm flipH="1">
            <a:off x="8519597" y="476925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4" name="Rectangle 443"/>
          <p:cNvSpPr/>
          <p:nvPr/>
        </p:nvSpPr>
        <p:spPr>
          <a:xfrm flipH="1">
            <a:off x="8519597" y="517808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5" name="Rectangle 444"/>
          <p:cNvSpPr/>
          <p:nvPr/>
        </p:nvSpPr>
        <p:spPr>
          <a:xfrm flipH="1">
            <a:off x="8519597" y="558690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6" name="Rectangle 445"/>
          <p:cNvSpPr/>
          <p:nvPr/>
        </p:nvSpPr>
        <p:spPr>
          <a:xfrm flipH="1">
            <a:off x="8519597" y="599573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7" name="Rectangle 446"/>
          <p:cNvSpPr/>
          <p:nvPr/>
        </p:nvSpPr>
        <p:spPr>
          <a:xfrm flipH="1">
            <a:off x="8519597" y="6404553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8" name="Rectangle 447"/>
          <p:cNvSpPr/>
          <p:nvPr/>
        </p:nvSpPr>
        <p:spPr>
          <a:xfrm flipH="1">
            <a:off x="8104986" y="354278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9" name="Rectangle 448"/>
          <p:cNvSpPr/>
          <p:nvPr/>
        </p:nvSpPr>
        <p:spPr>
          <a:xfrm flipH="1">
            <a:off x="8104986" y="3951612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0" name="Rectangle 449"/>
          <p:cNvSpPr/>
          <p:nvPr/>
        </p:nvSpPr>
        <p:spPr>
          <a:xfrm flipH="1">
            <a:off x="8104986" y="436043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1" name="Rectangle 450"/>
          <p:cNvSpPr/>
          <p:nvPr/>
        </p:nvSpPr>
        <p:spPr>
          <a:xfrm flipH="1">
            <a:off x="8104986" y="476925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2" name="Rectangle 451"/>
          <p:cNvSpPr/>
          <p:nvPr/>
        </p:nvSpPr>
        <p:spPr>
          <a:xfrm flipH="1">
            <a:off x="8104986" y="517808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3" name="Rectangle 452"/>
          <p:cNvSpPr/>
          <p:nvPr/>
        </p:nvSpPr>
        <p:spPr>
          <a:xfrm flipH="1">
            <a:off x="8104986" y="558690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4" name="Rectangle 453"/>
          <p:cNvSpPr/>
          <p:nvPr/>
        </p:nvSpPr>
        <p:spPr>
          <a:xfrm flipH="1">
            <a:off x="8104986" y="599573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5" name="Rectangle 454"/>
          <p:cNvSpPr/>
          <p:nvPr/>
        </p:nvSpPr>
        <p:spPr>
          <a:xfrm flipH="1">
            <a:off x="8104986" y="640455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6" name="Rectangle 455"/>
          <p:cNvSpPr/>
          <p:nvPr/>
        </p:nvSpPr>
        <p:spPr>
          <a:xfrm flipH="1">
            <a:off x="7690374" y="354278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7" name="Rectangle 456"/>
          <p:cNvSpPr/>
          <p:nvPr/>
        </p:nvSpPr>
        <p:spPr>
          <a:xfrm flipH="1">
            <a:off x="7690374" y="3951612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8" name="Rectangle 457"/>
          <p:cNvSpPr/>
          <p:nvPr/>
        </p:nvSpPr>
        <p:spPr>
          <a:xfrm flipH="1">
            <a:off x="7690374" y="436043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9" name="Rectangle 458"/>
          <p:cNvSpPr/>
          <p:nvPr/>
        </p:nvSpPr>
        <p:spPr>
          <a:xfrm flipH="1">
            <a:off x="7690374" y="476925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0" name="Rectangle 459"/>
          <p:cNvSpPr/>
          <p:nvPr/>
        </p:nvSpPr>
        <p:spPr>
          <a:xfrm flipH="1">
            <a:off x="7690374" y="517808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1" name="Rectangle 460"/>
          <p:cNvSpPr/>
          <p:nvPr/>
        </p:nvSpPr>
        <p:spPr>
          <a:xfrm flipH="1">
            <a:off x="7690374" y="558690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2" name="Rectangle 461"/>
          <p:cNvSpPr/>
          <p:nvPr/>
        </p:nvSpPr>
        <p:spPr>
          <a:xfrm flipH="1">
            <a:off x="7690374" y="599573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3" name="Rectangle 462"/>
          <p:cNvSpPr/>
          <p:nvPr/>
        </p:nvSpPr>
        <p:spPr>
          <a:xfrm flipH="1">
            <a:off x="7690374" y="640455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4" name="Rectangle 463"/>
          <p:cNvSpPr/>
          <p:nvPr/>
        </p:nvSpPr>
        <p:spPr>
          <a:xfrm flipH="1">
            <a:off x="7275763" y="354278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5" name="Rectangle 464"/>
          <p:cNvSpPr/>
          <p:nvPr/>
        </p:nvSpPr>
        <p:spPr>
          <a:xfrm flipH="1">
            <a:off x="7275763" y="3951612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6" name="Rectangle 465"/>
          <p:cNvSpPr/>
          <p:nvPr/>
        </p:nvSpPr>
        <p:spPr>
          <a:xfrm flipH="1">
            <a:off x="7275763" y="436043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7" name="Rectangle 466"/>
          <p:cNvSpPr/>
          <p:nvPr/>
        </p:nvSpPr>
        <p:spPr>
          <a:xfrm flipH="1">
            <a:off x="7275763" y="476925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8" name="Rectangle 467"/>
          <p:cNvSpPr/>
          <p:nvPr/>
        </p:nvSpPr>
        <p:spPr>
          <a:xfrm flipH="1">
            <a:off x="7275763" y="517808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9" name="Rectangle 468"/>
          <p:cNvSpPr/>
          <p:nvPr/>
        </p:nvSpPr>
        <p:spPr>
          <a:xfrm flipH="1">
            <a:off x="7275763" y="558690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0" name="Rectangle 469"/>
          <p:cNvSpPr/>
          <p:nvPr/>
        </p:nvSpPr>
        <p:spPr>
          <a:xfrm flipH="1">
            <a:off x="7275763" y="599573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1" name="Rectangle 470"/>
          <p:cNvSpPr/>
          <p:nvPr/>
        </p:nvSpPr>
        <p:spPr>
          <a:xfrm flipH="1">
            <a:off x="7275763" y="640455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2" name="Rectangle 471"/>
          <p:cNvSpPr/>
          <p:nvPr/>
        </p:nvSpPr>
        <p:spPr>
          <a:xfrm flipH="1">
            <a:off x="6861151" y="354278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3" name="Rectangle 472"/>
          <p:cNvSpPr/>
          <p:nvPr/>
        </p:nvSpPr>
        <p:spPr>
          <a:xfrm flipH="1">
            <a:off x="6861151" y="3951612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4" name="Rectangle 473"/>
          <p:cNvSpPr/>
          <p:nvPr/>
        </p:nvSpPr>
        <p:spPr>
          <a:xfrm flipH="1">
            <a:off x="6861151" y="436043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5" name="Rectangle 474"/>
          <p:cNvSpPr/>
          <p:nvPr/>
        </p:nvSpPr>
        <p:spPr>
          <a:xfrm flipH="1">
            <a:off x="6861151" y="476925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6" name="Rectangle 475"/>
          <p:cNvSpPr/>
          <p:nvPr/>
        </p:nvSpPr>
        <p:spPr>
          <a:xfrm flipH="1">
            <a:off x="6861151" y="517808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7" name="Rectangle 476"/>
          <p:cNvSpPr/>
          <p:nvPr/>
        </p:nvSpPr>
        <p:spPr>
          <a:xfrm flipH="1">
            <a:off x="6861151" y="558690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8" name="Rectangle 477"/>
          <p:cNvSpPr/>
          <p:nvPr/>
        </p:nvSpPr>
        <p:spPr>
          <a:xfrm flipH="1">
            <a:off x="6861151" y="599573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9" name="Rectangle 478"/>
          <p:cNvSpPr/>
          <p:nvPr/>
        </p:nvSpPr>
        <p:spPr>
          <a:xfrm flipH="1">
            <a:off x="6861151" y="640455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0" name="Rectangle 479"/>
          <p:cNvSpPr/>
          <p:nvPr/>
        </p:nvSpPr>
        <p:spPr>
          <a:xfrm flipH="1">
            <a:off x="6339958" y="13592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1" name="Rectangle 480"/>
          <p:cNvSpPr/>
          <p:nvPr/>
        </p:nvSpPr>
        <p:spPr>
          <a:xfrm flipH="1">
            <a:off x="6339958" y="544749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2" name="Rectangle 481"/>
          <p:cNvSpPr/>
          <p:nvPr/>
        </p:nvSpPr>
        <p:spPr>
          <a:xfrm flipH="1">
            <a:off x="6339958" y="95357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3" name="Rectangle 482"/>
          <p:cNvSpPr/>
          <p:nvPr/>
        </p:nvSpPr>
        <p:spPr>
          <a:xfrm flipH="1">
            <a:off x="6339958" y="136239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4" name="Rectangle 483"/>
          <p:cNvSpPr/>
          <p:nvPr/>
        </p:nvSpPr>
        <p:spPr>
          <a:xfrm flipH="1">
            <a:off x="6339958" y="177122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5" name="Rectangle 484"/>
          <p:cNvSpPr/>
          <p:nvPr/>
        </p:nvSpPr>
        <p:spPr>
          <a:xfrm flipH="1">
            <a:off x="6339958" y="218004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6" name="Rectangle 485"/>
          <p:cNvSpPr/>
          <p:nvPr/>
        </p:nvSpPr>
        <p:spPr>
          <a:xfrm flipH="1">
            <a:off x="6339958" y="258886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7" name="Rectangle 486"/>
          <p:cNvSpPr/>
          <p:nvPr/>
        </p:nvSpPr>
        <p:spPr>
          <a:xfrm flipH="1">
            <a:off x="6339958" y="299769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8" name="Rectangle 487"/>
          <p:cNvSpPr/>
          <p:nvPr/>
        </p:nvSpPr>
        <p:spPr>
          <a:xfrm flipH="1">
            <a:off x="5925347" y="13592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9" name="Rectangle 488"/>
          <p:cNvSpPr/>
          <p:nvPr/>
        </p:nvSpPr>
        <p:spPr>
          <a:xfrm flipH="1">
            <a:off x="5925347" y="54474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0" name="Rectangle 489"/>
          <p:cNvSpPr/>
          <p:nvPr/>
        </p:nvSpPr>
        <p:spPr>
          <a:xfrm flipH="1">
            <a:off x="5925347" y="95357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1" name="Rectangle 490"/>
          <p:cNvSpPr/>
          <p:nvPr/>
        </p:nvSpPr>
        <p:spPr>
          <a:xfrm flipH="1">
            <a:off x="5925347" y="136239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2" name="Rectangle 491"/>
          <p:cNvSpPr/>
          <p:nvPr/>
        </p:nvSpPr>
        <p:spPr>
          <a:xfrm flipH="1">
            <a:off x="5925347" y="177122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3" name="Rectangle 492"/>
          <p:cNvSpPr/>
          <p:nvPr/>
        </p:nvSpPr>
        <p:spPr>
          <a:xfrm flipH="1">
            <a:off x="5925347" y="218004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4" name="Rectangle 493"/>
          <p:cNvSpPr/>
          <p:nvPr/>
        </p:nvSpPr>
        <p:spPr>
          <a:xfrm flipH="1">
            <a:off x="5925347" y="258886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5" name="Rectangle 494"/>
          <p:cNvSpPr/>
          <p:nvPr/>
        </p:nvSpPr>
        <p:spPr>
          <a:xfrm flipH="1">
            <a:off x="5925347" y="2997690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6" name="Rectangle 495"/>
          <p:cNvSpPr/>
          <p:nvPr/>
        </p:nvSpPr>
        <p:spPr>
          <a:xfrm flipH="1">
            <a:off x="5510736" y="13592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7" name="Rectangle 496"/>
          <p:cNvSpPr/>
          <p:nvPr/>
        </p:nvSpPr>
        <p:spPr>
          <a:xfrm flipH="1">
            <a:off x="5510736" y="54474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8" name="Rectangle 497"/>
          <p:cNvSpPr/>
          <p:nvPr/>
        </p:nvSpPr>
        <p:spPr>
          <a:xfrm flipH="1">
            <a:off x="5510736" y="95357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9" name="Rectangle 498"/>
          <p:cNvSpPr/>
          <p:nvPr/>
        </p:nvSpPr>
        <p:spPr>
          <a:xfrm flipH="1">
            <a:off x="5510736" y="136239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0" name="Rectangle 499"/>
          <p:cNvSpPr/>
          <p:nvPr/>
        </p:nvSpPr>
        <p:spPr>
          <a:xfrm flipH="1">
            <a:off x="5510736" y="177122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1" name="Rectangle 500"/>
          <p:cNvSpPr/>
          <p:nvPr/>
        </p:nvSpPr>
        <p:spPr>
          <a:xfrm flipH="1">
            <a:off x="5510736" y="2180043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2" name="Rectangle 501"/>
          <p:cNvSpPr/>
          <p:nvPr/>
        </p:nvSpPr>
        <p:spPr>
          <a:xfrm flipH="1">
            <a:off x="5510736" y="2588866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3" name="Rectangle 502"/>
          <p:cNvSpPr/>
          <p:nvPr/>
        </p:nvSpPr>
        <p:spPr>
          <a:xfrm flipH="1">
            <a:off x="5510736" y="299769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4" name="Rectangle 503"/>
          <p:cNvSpPr/>
          <p:nvPr/>
        </p:nvSpPr>
        <p:spPr>
          <a:xfrm flipH="1">
            <a:off x="5096123" y="13592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5" name="Rectangle 504"/>
          <p:cNvSpPr/>
          <p:nvPr/>
        </p:nvSpPr>
        <p:spPr>
          <a:xfrm flipH="1">
            <a:off x="5096123" y="54474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6" name="Rectangle 505"/>
          <p:cNvSpPr/>
          <p:nvPr/>
        </p:nvSpPr>
        <p:spPr>
          <a:xfrm flipH="1">
            <a:off x="5096123" y="95357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7" name="Rectangle 506"/>
          <p:cNvSpPr/>
          <p:nvPr/>
        </p:nvSpPr>
        <p:spPr>
          <a:xfrm flipH="1">
            <a:off x="5096123" y="136239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8" name="Rectangle 507"/>
          <p:cNvSpPr/>
          <p:nvPr/>
        </p:nvSpPr>
        <p:spPr>
          <a:xfrm flipH="1">
            <a:off x="5096123" y="177122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9" name="Rectangle 508"/>
          <p:cNvSpPr/>
          <p:nvPr/>
        </p:nvSpPr>
        <p:spPr>
          <a:xfrm flipH="1">
            <a:off x="5096123" y="2180043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0" name="Rectangle 509"/>
          <p:cNvSpPr/>
          <p:nvPr/>
        </p:nvSpPr>
        <p:spPr>
          <a:xfrm flipH="1">
            <a:off x="5096123" y="258886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1" name="Rectangle 510"/>
          <p:cNvSpPr/>
          <p:nvPr/>
        </p:nvSpPr>
        <p:spPr>
          <a:xfrm flipH="1">
            <a:off x="5096123" y="299769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2" name="Rectangle 511"/>
          <p:cNvSpPr/>
          <p:nvPr/>
        </p:nvSpPr>
        <p:spPr>
          <a:xfrm flipH="1">
            <a:off x="4681512" y="13592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3" name="Rectangle 512"/>
          <p:cNvSpPr/>
          <p:nvPr/>
        </p:nvSpPr>
        <p:spPr>
          <a:xfrm flipH="1">
            <a:off x="4681512" y="54474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4" name="Rectangle 513"/>
          <p:cNvSpPr/>
          <p:nvPr/>
        </p:nvSpPr>
        <p:spPr>
          <a:xfrm flipH="1">
            <a:off x="4681512" y="95357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5" name="Rectangle 514"/>
          <p:cNvSpPr/>
          <p:nvPr/>
        </p:nvSpPr>
        <p:spPr>
          <a:xfrm flipH="1">
            <a:off x="4681512" y="136239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6" name="Rectangle 515"/>
          <p:cNvSpPr/>
          <p:nvPr/>
        </p:nvSpPr>
        <p:spPr>
          <a:xfrm flipH="1">
            <a:off x="4681512" y="1771220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7" name="Rectangle 516"/>
          <p:cNvSpPr/>
          <p:nvPr/>
        </p:nvSpPr>
        <p:spPr>
          <a:xfrm flipH="1">
            <a:off x="4681512" y="2180043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8" name="Rectangle 517"/>
          <p:cNvSpPr/>
          <p:nvPr/>
        </p:nvSpPr>
        <p:spPr>
          <a:xfrm flipH="1">
            <a:off x="4681512" y="258886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9" name="Rectangle 518"/>
          <p:cNvSpPr/>
          <p:nvPr/>
        </p:nvSpPr>
        <p:spPr>
          <a:xfrm flipH="1">
            <a:off x="4681512" y="2997690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0" name="Rectangle 519"/>
          <p:cNvSpPr/>
          <p:nvPr/>
        </p:nvSpPr>
        <p:spPr>
          <a:xfrm flipH="1">
            <a:off x="6339958" y="3542789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1" name="Rectangle 520"/>
          <p:cNvSpPr/>
          <p:nvPr/>
        </p:nvSpPr>
        <p:spPr>
          <a:xfrm flipH="1">
            <a:off x="6339958" y="3951612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2" name="Rectangle 521"/>
          <p:cNvSpPr/>
          <p:nvPr/>
        </p:nvSpPr>
        <p:spPr>
          <a:xfrm flipH="1">
            <a:off x="6339958" y="436043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3" name="Rectangle 522"/>
          <p:cNvSpPr/>
          <p:nvPr/>
        </p:nvSpPr>
        <p:spPr>
          <a:xfrm flipH="1">
            <a:off x="6339958" y="476925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4" name="Rectangle 523"/>
          <p:cNvSpPr/>
          <p:nvPr/>
        </p:nvSpPr>
        <p:spPr>
          <a:xfrm flipH="1">
            <a:off x="6339958" y="517808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5" name="Rectangle 524"/>
          <p:cNvSpPr/>
          <p:nvPr/>
        </p:nvSpPr>
        <p:spPr>
          <a:xfrm flipH="1">
            <a:off x="6339958" y="558690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6" name="Rectangle 525"/>
          <p:cNvSpPr/>
          <p:nvPr/>
        </p:nvSpPr>
        <p:spPr>
          <a:xfrm flipH="1">
            <a:off x="6339958" y="599573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7" name="Rectangle 526"/>
          <p:cNvSpPr/>
          <p:nvPr/>
        </p:nvSpPr>
        <p:spPr>
          <a:xfrm flipH="1">
            <a:off x="6339958" y="640455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8" name="Rectangle 527"/>
          <p:cNvSpPr/>
          <p:nvPr/>
        </p:nvSpPr>
        <p:spPr>
          <a:xfrm flipH="1">
            <a:off x="5925347" y="3542789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9" name="Rectangle 528"/>
          <p:cNvSpPr/>
          <p:nvPr/>
        </p:nvSpPr>
        <p:spPr>
          <a:xfrm flipH="1">
            <a:off x="5925347" y="3951612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0" name="Rectangle 529"/>
          <p:cNvSpPr/>
          <p:nvPr/>
        </p:nvSpPr>
        <p:spPr>
          <a:xfrm flipH="1">
            <a:off x="5925347" y="436043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1" name="Rectangle 530"/>
          <p:cNvSpPr/>
          <p:nvPr/>
        </p:nvSpPr>
        <p:spPr>
          <a:xfrm flipH="1">
            <a:off x="5925347" y="4769259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2" name="Rectangle 531"/>
          <p:cNvSpPr/>
          <p:nvPr/>
        </p:nvSpPr>
        <p:spPr>
          <a:xfrm flipH="1">
            <a:off x="5925347" y="517808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3" name="Rectangle 532"/>
          <p:cNvSpPr/>
          <p:nvPr/>
        </p:nvSpPr>
        <p:spPr>
          <a:xfrm flipH="1">
            <a:off x="5925347" y="558690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4" name="Rectangle 533"/>
          <p:cNvSpPr/>
          <p:nvPr/>
        </p:nvSpPr>
        <p:spPr>
          <a:xfrm flipH="1">
            <a:off x="5925347" y="599573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5" name="Rectangle 534"/>
          <p:cNvSpPr/>
          <p:nvPr/>
        </p:nvSpPr>
        <p:spPr>
          <a:xfrm flipH="1">
            <a:off x="5925347" y="640455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6" name="Rectangle 535"/>
          <p:cNvSpPr/>
          <p:nvPr/>
        </p:nvSpPr>
        <p:spPr>
          <a:xfrm flipH="1">
            <a:off x="5510736" y="3542789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7" name="Rectangle 536"/>
          <p:cNvSpPr/>
          <p:nvPr/>
        </p:nvSpPr>
        <p:spPr>
          <a:xfrm flipH="1">
            <a:off x="5510736" y="3951612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8" name="Rectangle 537"/>
          <p:cNvSpPr/>
          <p:nvPr/>
        </p:nvSpPr>
        <p:spPr>
          <a:xfrm flipH="1">
            <a:off x="5510736" y="4360436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9" name="Rectangle 538"/>
          <p:cNvSpPr/>
          <p:nvPr/>
        </p:nvSpPr>
        <p:spPr>
          <a:xfrm flipH="1">
            <a:off x="5510736" y="4769259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0" name="Rectangle 539"/>
          <p:cNvSpPr/>
          <p:nvPr/>
        </p:nvSpPr>
        <p:spPr>
          <a:xfrm flipH="1">
            <a:off x="5510736" y="5178083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1" name="Rectangle 540"/>
          <p:cNvSpPr/>
          <p:nvPr/>
        </p:nvSpPr>
        <p:spPr>
          <a:xfrm flipH="1">
            <a:off x="5510736" y="558690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2" name="Rectangle 541"/>
          <p:cNvSpPr/>
          <p:nvPr/>
        </p:nvSpPr>
        <p:spPr>
          <a:xfrm flipH="1">
            <a:off x="5510736" y="599573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3" name="Rectangle 542"/>
          <p:cNvSpPr/>
          <p:nvPr/>
        </p:nvSpPr>
        <p:spPr>
          <a:xfrm flipH="1">
            <a:off x="5510736" y="640455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4" name="Rectangle 543"/>
          <p:cNvSpPr/>
          <p:nvPr/>
        </p:nvSpPr>
        <p:spPr>
          <a:xfrm flipH="1">
            <a:off x="5096123" y="3542789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5" name="Rectangle 544"/>
          <p:cNvSpPr/>
          <p:nvPr/>
        </p:nvSpPr>
        <p:spPr>
          <a:xfrm flipH="1">
            <a:off x="5096123" y="3951612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6" name="Rectangle 545"/>
          <p:cNvSpPr/>
          <p:nvPr/>
        </p:nvSpPr>
        <p:spPr>
          <a:xfrm flipH="1">
            <a:off x="5096123" y="4360436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7" name="Rectangle 546"/>
          <p:cNvSpPr/>
          <p:nvPr/>
        </p:nvSpPr>
        <p:spPr>
          <a:xfrm flipH="1">
            <a:off x="5096123" y="4769259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8" name="Rectangle 547"/>
          <p:cNvSpPr/>
          <p:nvPr/>
        </p:nvSpPr>
        <p:spPr>
          <a:xfrm flipH="1">
            <a:off x="5096123" y="5178083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9" name="Rectangle 548"/>
          <p:cNvSpPr/>
          <p:nvPr/>
        </p:nvSpPr>
        <p:spPr>
          <a:xfrm flipH="1">
            <a:off x="5096123" y="5586906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0" name="Rectangle 549"/>
          <p:cNvSpPr/>
          <p:nvPr/>
        </p:nvSpPr>
        <p:spPr>
          <a:xfrm flipH="1">
            <a:off x="5096123" y="599573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1" name="Rectangle 550"/>
          <p:cNvSpPr/>
          <p:nvPr/>
        </p:nvSpPr>
        <p:spPr>
          <a:xfrm flipH="1">
            <a:off x="5096123" y="640455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2" name="Rectangle 551"/>
          <p:cNvSpPr/>
          <p:nvPr/>
        </p:nvSpPr>
        <p:spPr>
          <a:xfrm flipH="1">
            <a:off x="4681512" y="3542789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3" name="Rectangle 552"/>
          <p:cNvSpPr/>
          <p:nvPr/>
        </p:nvSpPr>
        <p:spPr>
          <a:xfrm flipH="1">
            <a:off x="4681512" y="3951612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4" name="Rectangle 553"/>
          <p:cNvSpPr/>
          <p:nvPr/>
        </p:nvSpPr>
        <p:spPr>
          <a:xfrm flipH="1">
            <a:off x="4681512" y="4360436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5" name="Rectangle 554"/>
          <p:cNvSpPr/>
          <p:nvPr/>
        </p:nvSpPr>
        <p:spPr>
          <a:xfrm flipH="1">
            <a:off x="4681512" y="4769259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6" name="Rectangle 555"/>
          <p:cNvSpPr/>
          <p:nvPr/>
        </p:nvSpPr>
        <p:spPr>
          <a:xfrm flipH="1">
            <a:off x="4681512" y="5178083"/>
            <a:ext cx="414611" cy="408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7" name="Rectangle 556"/>
          <p:cNvSpPr/>
          <p:nvPr/>
        </p:nvSpPr>
        <p:spPr>
          <a:xfrm flipH="1">
            <a:off x="4681512" y="5586906"/>
            <a:ext cx="414611" cy="4088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8" name="Rectangle 557"/>
          <p:cNvSpPr/>
          <p:nvPr/>
        </p:nvSpPr>
        <p:spPr>
          <a:xfrm flipH="1">
            <a:off x="4681512" y="5995730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9" name="Rectangle 558"/>
          <p:cNvSpPr/>
          <p:nvPr/>
        </p:nvSpPr>
        <p:spPr>
          <a:xfrm flipH="1">
            <a:off x="4681512" y="6404553"/>
            <a:ext cx="414611" cy="40882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1832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Trimble Navigation 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Renato Brant</dc:creator>
  <cp:lastModifiedBy>Renato Brant</cp:lastModifiedBy>
  <cp:revision>5</cp:revision>
  <dcterms:created xsi:type="dcterms:W3CDTF">2016-05-10T12:00:33Z</dcterms:created>
  <dcterms:modified xsi:type="dcterms:W3CDTF">2016-05-10T12:39:54Z</dcterms:modified>
</cp:coreProperties>
</file>